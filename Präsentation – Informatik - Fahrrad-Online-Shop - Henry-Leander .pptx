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de-DE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221107D-4734-4EED-AE9C-BCDFD56A6A8D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6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Format des Gliederungstextes durch Klicken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Gliederungsebene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Gliederungsebene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Sechste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Siebte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und vertikal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8A245E3-223B-4D7E-8D7D-BBCB5E5E472E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kaler Titel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C890C0-C19A-4C27-A82B-1F7FA1A2CFB9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und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543BE2-B0E3-4B4B-A700-2C6813E98761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de-DE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Mastertextformat bearbeiten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ED5A667-4B25-43A9-A415-AB59E0B0E72E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1EE71BD-5B0C-452B-AECA-B0B95B821895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lei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EA09CBE-6574-4411-A7FC-84CA5916DB45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E3F7E1-F8EA-4F82-A92A-ED1E48C86ECF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07E5F2-8BA9-413E-A276-84C089AC0350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1199F0-70A9-4DF9-99A7-B0756443A4CB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Format des Gliederungstextes durch Klicken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Sechste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Siebte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7C2F59-6BC7-438F-9452-E07353567508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de-DE" sz="5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Projekt: Online BikeShop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0330920" y="162720"/>
            <a:ext cx="17395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Henry, Leander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5"/>
          <p:cNvCxnSpPr/>
          <p:nvPr/>
        </p:nvCxnSpPr>
        <p:spPr>
          <a:xfrm>
            <a:off x="0" y="528840"/>
            <a:ext cx="12192120" cy="36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63" name="Gerade Verbindung mit Pfeil 9"/>
          <p:cNvCxnSpPr/>
          <p:nvPr/>
        </p:nvCxnSpPr>
        <p:spPr>
          <a:xfrm>
            <a:off x="-16920" y="6279840"/>
            <a:ext cx="12192120" cy="36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sp>
        <p:nvSpPr>
          <p:cNvPr id="64" name="Textfeld 10"/>
          <p:cNvSpPr/>
          <p:nvPr/>
        </p:nvSpPr>
        <p:spPr>
          <a:xfrm>
            <a:off x="96480" y="80280"/>
            <a:ext cx="18284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Idee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echteck 12"/>
          <p:cNvSpPr/>
          <p:nvPr/>
        </p:nvSpPr>
        <p:spPr>
          <a:xfrm>
            <a:off x="101520" y="1015920"/>
            <a:ext cx="3566160" cy="479376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6" name="Textfeld 16"/>
          <p:cNvSpPr/>
          <p:nvPr/>
        </p:nvSpPr>
        <p:spPr>
          <a:xfrm>
            <a:off x="122400" y="2702520"/>
            <a:ext cx="3321720" cy="20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-Ein Shop, der die Funktion bereitstellt, nach Mountainbikes zu suchen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echteck 18"/>
          <p:cNvSpPr/>
          <p:nvPr/>
        </p:nvSpPr>
        <p:spPr>
          <a:xfrm>
            <a:off x="4724280" y="1047600"/>
            <a:ext cx="2972520" cy="479376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8" name="Rechteck 20"/>
          <p:cNvSpPr/>
          <p:nvPr/>
        </p:nvSpPr>
        <p:spPr>
          <a:xfrm>
            <a:off x="8420760" y="1047600"/>
            <a:ext cx="3566160" cy="479376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Textfeld 21"/>
          <p:cNvSpPr/>
          <p:nvPr/>
        </p:nvSpPr>
        <p:spPr>
          <a:xfrm>
            <a:off x="5003280" y="2706120"/>
            <a:ext cx="242172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-Filterungsfunktion, sodass Listen von den passenden Fahrrädern einzutragen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feld 22"/>
          <p:cNvSpPr/>
          <p:nvPr/>
        </p:nvSpPr>
        <p:spPr>
          <a:xfrm>
            <a:off x="9325440" y="2706120"/>
            <a:ext cx="2132280" cy="14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-individueller Account, der einen Warenkorb und eine Favoritenliste umschließt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" name="Gerade Verbindung mit Pfeil 4"/>
          <p:cNvCxnSpPr/>
          <p:nvPr/>
        </p:nvCxnSpPr>
        <p:spPr>
          <a:xfrm>
            <a:off x="0" y="528840"/>
            <a:ext cx="12192120" cy="36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72" name="Gerade Verbindung mit Pfeil 6"/>
          <p:cNvCxnSpPr/>
          <p:nvPr/>
        </p:nvCxnSpPr>
        <p:spPr>
          <a:xfrm>
            <a:off x="-16920" y="6279840"/>
            <a:ext cx="12192120" cy="36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sp>
        <p:nvSpPr>
          <p:cNvPr id="73" name="Textfeld 7"/>
          <p:cNvSpPr/>
          <p:nvPr/>
        </p:nvSpPr>
        <p:spPr>
          <a:xfrm>
            <a:off x="138600" y="80280"/>
            <a:ext cx="18284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Ansätze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echteck 10"/>
          <p:cNvSpPr/>
          <p:nvPr/>
        </p:nvSpPr>
        <p:spPr>
          <a:xfrm>
            <a:off x="349200" y="878400"/>
            <a:ext cx="2687760" cy="178812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5" name="Textfeld 11"/>
          <p:cNvSpPr/>
          <p:nvPr/>
        </p:nvSpPr>
        <p:spPr>
          <a:xfrm>
            <a:off x="1053000" y="1311120"/>
            <a:ext cx="18284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Suchleiste mit mehreren Attributen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Rechteck 14"/>
          <p:cNvSpPr/>
          <p:nvPr/>
        </p:nvSpPr>
        <p:spPr>
          <a:xfrm>
            <a:off x="3983400" y="878400"/>
            <a:ext cx="4757760" cy="506916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7" name="Textfeld 16"/>
          <p:cNvSpPr/>
          <p:nvPr/>
        </p:nvSpPr>
        <p:spPr>
          <a:xfrm>
            <a:off x="4253400" y="941760"/>
            <a:ext cx="39164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Suchleiste mit mehreren Attributen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Grafik 17"/>
          <p:cNvPicPr/>
          <p:nvPr/>
        </p:nvPicPr>
        <p:blipFill>
          <a:blip r:embed="rId1"/>
          <a:srcRect l="6789" t="0" r="16689" b="7200"/>
          <a:stretch/>
        </p:blipFill>
        <p:spPr>
          <a:xfrm>
            <a:off x="4253400" y="1653840"/>
            <a:ext cx="4317480" cy="390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Rechteck 19"/>
          <p:cNvSpPr/>
          <p:nvPr/>
        </p:nvSpPr>
        <p:spPr>
          <a:xfrm>
            <a:off x="349200" y="3099600"/>
            <a:ext cx="2687760" cy="284796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0" name="Textfeld 21"/>
          <p:cNvSpPr/>
          <p:nvPr/>
        </p:nvSpPr>
        <p:spPr>
          <a:xfrm>
            <a:off x="1053000" y="3680640"/>
            <a:ext cx="18284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Ein Binary SearchTree für jedes Attribut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echteck 23"/>
          <p:cNvSpPr/>
          <p:nvPr/>
        </p:nvSpPr>
        <p:spPr>
          <a:xfrm>
            <a:off x="9011880" y="878400"/>
            <a:ext cx="3104640" cy="506916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82" name="Grafik 24"/>
          <p:cNvPicPr/>
          <p:nvPr/>
        </p:nvPicPr>
        <p:blipFill>
          <a:blip r:embed="rId2"/>
          <a:stretch/>
        </p:blipFill>
        <p:spPr>
          <a:xfrm>
            <a:off x="9177120" y="2115000"/>
            <a:ext cx="2774160" cy="343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Textfeld 25"/>
          <p:cNvSpPr/>
          <p:nvPr/>
        </p:nvSpPr>
        <p:spPr>
          <a:xfrm>
            <a:off x="9399960" y="941760"/>
            <a:ext cx="2442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Benutzeroberfläche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rafik 3"/>
          <p:cNvPicPr/>
          <p:nvPr/>
        </p:nvPicPr>
        <p:blipFill>
          <a:blip r:embed="rId1"/>
          <a:stretch/>
        </p:blipFill>
        <p:spPr>
          <a:xfrm>
            <a:off x="1450080" y="376560"/>
            <a:ext cx="9291960" cy="6104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Probleme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Die Verwirklichung der Idee: 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Das Zusammenfahren der BinarySearchTrees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Der Sortierschlüssel der Bäume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Die Realisierung der Eingabeleiste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Erkennen des Contents =&gt; Es muss abstrahiert werden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Auswahl des richtigen Baums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Die Zeit 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Das GUI 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Verschiedene Filter für die Suche 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7" name="Textfeld 6"/>
          <p:cNvSpPr/>
          <p:nvPr/>
        </p:nvSpPr>
        <p:spPr>
          <a:xfrm>
            <a:off x="3048120" y="3244320"/>
            <a:ext cx="60955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Weiterführende Vorhaben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Verallgemeinerung der Produktverwaltung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Verringerung der Anzahl der Binärbäume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Betrachtung der Effizienz des Suchauftrags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0" name="Textfeld 6"/>
          <p:cNvSpPr/>
          <p:nvPr/>
        </p:nvSpPr>
        <p:spPr>
          <a:xfrm>
            <a:off x="3048120" y="3244320"/>
            <a:ext cx="60955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LibreOffice/25.8.5.2$Windows_X86_64 LibreOffice_project/9c8b85f387cc00a89945a79c9e6239f32e450ac2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2026-03-11T13:03:23Z</dcterms:created>
  <dc:creator>Sandra Wittkop</dc:creator>
  <dc:description/>
  <dc:language>de-DE</dc:language>
  <cp:lastModifiedBy/>
  <dcterms:modified xsi:type="dcterms:W3CDTF">2026-03-11T14:49:46Z</dcterms:modified>
  <cp:revision>5</cp:revision>
  <dc:subject/>
  <dc:title>PowerPoint-Präsentation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Breitbild</vt:lpwstr>
  </property>
  <property fmtid="{D5CDD505-2E9C-101B-9397-08002B2CF9AE}" pid="3" name="Slides">
    <vt:i4>5</vt:i4>
  </property>
</Properties>
</file>