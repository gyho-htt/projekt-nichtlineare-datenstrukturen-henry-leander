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D8603-6D9F-4538-8180-58FCA37A687C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Gliederungstextes durch Klicken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Gliederungsebene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Sechste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Siebte Gliederungsebene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6DDAB2-9F52-4C78-965D-BAD1CD3CDF17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504BAA-392F-4E0C-B0B7-C8967B60B4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B75952-6D3A-4C2A-87CB-94F7A2DDA33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CE570A-948D-4B1E-A6A4-0AD347A52AA2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16695B-CEFA-41EA-898F-41C8C8C020D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0816A0-7745-499A-9A0F-1C381DEB66D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1FC8A1-2621-4325-BD17-F7CABBDBD8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29909F-506B-489D-B018-8D71ED16E225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Ebene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Ebene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Ebene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4FCA5E-7AAF-43E6-81C7-CA907A82C59F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Mastertitelformat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Format des Gliederungstextes durch Klicken bearbeiten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Zweite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Dritte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Vierte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Fünfte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Sechste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Siebte Gliederungsebene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Mastertextformat bearbeiten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096C90-C793-446A-9037-133BCF0C815F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de-DE" sz="5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Projekt: Online BikeShop</a:t>
            </a:r>
            <a:endParaRPr lang="de-DE" sz="5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10330920" y="162720"/>
            <a:ext cx="1739520" cy="346320"/>
          </a:xfrm>
          <a:prstGeom prst="rect">
            <a:avLst/>
          </a:prstGeom>
          <a:noFill/>
          <a:ln w="0">
            <a:noFill/>
          </a:ln>
        </p:spPr>
        <p:txBody>
          <a:bodyPr wrap="none" lIns="90000" rIns="90000" tIns="45000" bIns="45000" anchor="t">
            <a:spAutoFit/>
          </a:bodyPr>
          <a:p>
            <a:r>
              <a:rPr lang="de-DE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Henry, Leander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erade Verbindung mit Pfeil 5"/>
          <p:cNvCxnSpPr/>
          <p:nvPr/>
        </p:nvCxnSpPr>
        <p:spPr>
          <a:xfrm>
            <a:off x="0" y="528840"/>
            <a:ext cx="12192120" cy="3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63" name="Gerade Verbindung mit Pfeil 9"/>
          <p:cNvCxnSpPr/>
          <p:nvPr/>
        </p:nvCxnSpPr>
        <p:spPr>
          <a:xfrm>
            <a:off x="-16920" y="6279840"/>
            <a:ext cx="12192120" cy="3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64" name="Textfeld 10"/>
          <p:cNvSpPr/>
          <p:nvPr/>
        </p:nvSpPr>
        <p:spPr>
          <a:xfrm>
            <a:off x="96480" y="80280"/>
            <a:ext cx="1828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Idee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echteck 12"/>
          <p:cNvSpPr/>
          <p:nvPr/>
        </p:nvSpPr>
        <p:spPr>
          <a:xfrm>
            <a:off x="101520" y="1015920"/>
            <a:ext cx="3566160" cy="47937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" name="Textfeld 16"/>
          <p:cNvSpPr/>
          <p:nvPr/>
        </p:nvSpPr>
        <p:spPr>
          <a:xfrm>
            <a:off x="122400" y="2702520"/>
            <a:ext cx="3321720" cy="203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-Ein Shop, der die Funktion bereitstellt, nach Mountainbikes zu suchen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echteck 18"/>
          <p:cNvSpPr/>
          <p:nvPr/>
        </p:nvSpPr>
        <p:spPr>
          <a:xfrm>
            <a:off x="4724280" y="1047600"/>
            <a:ext cx="2972520" cy="47937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" name="Rechteck 20"/>
          <p:cNvSpPr/>
          <p:nvPr/>
        </p:nvSpPr>
        <p:spPr>
          <a:xfrm>
            <a:off x="8420760" y="1047600"/>
            <a:ext cx="3566160" cy="47937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9" name="Textfeld 21"/>
          <p:cNvSpPr/>
          <p:nvPr/>
        </p:nvSpPr>
        <p:spPr>
          <a:xfrm>
            <a:off x="5003280" y="2706120"/>
            <a:ext cx="24217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-Filterungsfunktion, sodass Listen von den passenden Fahrrädern einzutragen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feld 22"/>
          <p:cNvSpPr/>
          <p:nvPr/>
        </p:nvSpPr>
        <p:spPr>
          <a:xfrm>
            <a:off x="9325440" y="2706120"/>
            <a:ext cx="2132280" cy="14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-individueller Account, der einen Warenkorb und eine Favoritenliste umschließt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erade Verbindung mit Pfeil 4"/>
          <p:cNvCxnSpPr/>
          <p:nvPr/>
        </p:nvCxnSpPr>
        <p:spPr>
          <a:xfrm>
            <a:off x="0" y="528840"/>
            <a:ext cx="12192120" cy="3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cxnSp>
        <p:nvCxnSpPr>
          <p:cNvPr id="72" name="Gerade Verbindung mit Pfeil 6"/>
          <p:cNvCxnSpPr/>
          <p:nvPr/>
        </p:nvCxnSpPr>
        <p:spPr>
          <a:xfrm>
            <a:off x="-16920" y="6279840"/>
            <a:ext cx="12192120" cy="360"/>
          </a:xfrm>
          <a:prstGeom prst="straightConnector1">
            <a:avLst/>
          </a:prstGeom>
          <a:ln>
            <a:solidFill>
              <a:srgbClr val="156082"/>
            </a:solidFill>
          </a:ln>
        </p:spPr>
      </p:cxnSp>
      <p:sp>
        <p:nvSpPr>
          <p:cNvPr id="73" name="Textfeld 7"/>
          <p:cNvSpPr/>
          <p:nvPr/>
        </p:nvSpPr>
        <p:spPr>
          <a:xfrm>
            <a:off x="138600" y="80280"/>
            <a:ext cx="1828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Ansätze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Rechteck 10"/>
          <p:cNvSpPr/>
          <p:nvPr/>
        </p:nvSpPr>
        <p:spPr>
          <a:xfrm>
            <a:off x="349200" y="878400"/>
            <a:ext cx="2687760" cy="178812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5" name="Textfeld 11"/>
          <p:cNvSpPr/>
          <p:nvPr/>
        </p:nvSpPr>
        <p:spPr>
          <a:xfrm>
            <a:off x="1053000" y="1311120"/>
            <a:ext cx="1828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Suchleiste mit mehreren Attributen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hteck 14"/>
          <p:cNvSpPr/>
          <p:nvPr/>
        </p:nvSpPr>
        <p:spPr>
          <a:xfrm>
            <a:off x="3983400" y="878400"/>
            <a:ext cx="4757760" cy="50691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7" name="Textfeld 16"/>
          <p:cNvSpPr/>
          <p:nvPr/>
        </p:nvSpPr>
        <p:spPr>
          <a:xfrm>
            <a:off x="4253400" y="941760"/>
            <a:ext cx="3916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Suchleiste mit mehreren Attributen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Grafik 17"/>
          <p:cNvPicPr/>
          <p:nvPr/>
        </p:nvPicPr>
        <p:blipFill>
          <a:blip r:embed="rId1"/>
          <a:srcRect l="6789" t="0" r="16689" b="7200"/>
          <a:stretch/>
        </p:blipFill>
        <p:spPr>
          <a:xfrm>
            <a:off x="4253400" y="1653840"/>
            <a:ext cx="4317480" cy="3900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echteck 19"/>
          <p:cNvSpPr/>
          <p:nvPr/>
        </p:nvSpPr>
        <p:spPr>
          <a:xfrm>
            <a:off x="349200" y="3099600"/>
            <a:ext cx="2687760" cy="28479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0" name="Textfeld 21"/>
          <p:cNvSpPr/>
          <p:nvPr/>
        </p:nvSpPr>
        <p:spPr>
          <a:xfrm>
            <a:off x="1053000" y="3680640"/>
            <a:ext cx="1828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Ein Binary SearchTree für jedes Attribut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hteck 23"/>
          <p:cNvSpPr/>
          <p:nvPr/>
        </p:nvSpPr>
        <p:spPr>
          <a:xfrm>
            <a:off x="9011880" y="878400"/>
            <a:ext cx="3104640" cy="506916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rgbClr val="092a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de-DE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2" name="Grafik 24"/>
          <p:cNvPicPr/>
          <p:nvPr/>
        </p:nvPicPr>
        <p:blipFill>
          <a:blip r:embed="rId2"/>
          <a:stretch/>
        </p:blipFill>
        <p:spPr>
          <a:xfrm>
            <a:off x="9177120" y="2115000"/>
            <a:ext cx="2774160" cy="343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feld 25"/>
          <p:cNvSpPr/>
          <p:nvPr/>
        </p:nvSpPr>
        <p:spPr>
          <a:xfrm>
            <a:off x="9525960" y="941760"/>
            <a:ext cx="23162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Benutzeroberfläche</a:t>
            </a:r>
            <a:endParaRPr lang="de-DE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rafik 3"/>
          <p:cNvPicPr/>
          <p:nvPr/>
        </p:nvPicPr>
        <p:blipFill>
          <a:blip r:embed="rId1"/>
          <a:stretch/>
        </p:blipFill>
        <p:spPr>
          <a:xfrm>
            <a:off x="1450080" y="376560"/>
            <a:ext cx="9291960" cy="6104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Probleme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Die Verwirklichung der Idee: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Das Zusammenfahren der BinarySearchTrees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Der Sortierschlüssel der Bäume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Die Realisierung der Eingabeleiste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Erkennen des Contents =&gt; Es muss abstrahiert werden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Auswahl des richtigen Baums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Die Zeit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Das GUI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Verschiedene Filter für die Suche 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7" name="Textfeld 6"/>
          <p:cNvSpPr/>
          <p:nvPr/>
        </p:nvSpPr>
        <p:spPr>
          <a:xfrm>
            <a:off x="3048120" y="3244320"/>
            <a:ext cx="6095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lang="de-DE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Weiterführende Vorhaben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Verallgemeinerung der Produktverwaltung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Verringerung der Anzahl der Binärbäume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Betrachtung der Effizienz des Suchauftrags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0" name="Textfeld 6"/>
          <p:cNvSpPr/>
          <p:nvPr/>
        </p:nvSpPr>
        <p:spPr>
          <a:xfrm>
            <a:off x="3048120" y="3244320"/>
            <a:ext cx="60955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 pitchFamily="0" charset="1"/>
        <a:ea typeface=""/>
        <a:cs typeface=""/>
      </a:majorFont>
      <a:minorFont>
        <a:latin typeface="Aptos" panose="0211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Application>LibreOffice/25.8.5.2$Windows_X86_64 LibreOffice_project/9c8b85f387cc00a89945a79c9e6239f32e450ac2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2026-03-11T13:03:23Z</dcterms:created>
  <dc:creator>Sandra Wittkop</dc:creator>
  <dc:description/>
  <dc:language>de-DE</dc:language>
  <cp:lastModifiedBy/>
  <dcterms:modified xsi:type="dcterms:W3CDTF">2026-03-11T14:48:34Z</dcterms:modified>
  <cp:revision>4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5</vt:i4>
  </property>
</Properties>
</file>