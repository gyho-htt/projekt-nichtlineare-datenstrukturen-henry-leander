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1AA08C-283C-DD51-6D5F-C867ED4AF5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3EE23509-410F-A7C7-5277-EEAC8A2F0C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53DF2EA-FDB5-C260-80F8-4D6734098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A00C6-6285-5442-9FFE-F8F5E386D787}" type="datetimeFigureOut">
              <a:rPr lang="de-DE" smtClean="0"/>
              <a:t>11.03.26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3304AA9-A6B0-CE16-86E5-251C096BB7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81A2926-E3A2-1A9A-E2D0-605DE614B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F171EF-7ED0-A54B-B9BE-7DFFCC1764B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497496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46241B-30B5-9B03-BFD3-CAB6942B0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D87D629-32C1-8218-7B18-6B79D88837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E5B8281-73B6-EC62-DA54-CA8DC0F151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A00C6-6285-5442-9FFE-F8F5E386D787}" type="datetimeFigureOut">
              <a:rPr lang="de-DE" smtClean="0"/>
              <a:t>11.03.26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1227B82-197B-A1BA-E6EB-A4DBA0576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5588C1C-1074-81D3-3686-9B43B896C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F171EF-7ED0-A54B-B9BE-7DFFCC1764B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68138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83F570-FE97-4BF8-B09D-2A8399EC2B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1B24399-A971-4C35-D50D-ED233E206A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8CFEC79-621F-104B-FCFB-4857C5A5C6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A00C6-6285-5442-9FFE-F8F5E386D787}" type="datetimeFigureOut">
              <a:rPr lang="de-DE" smtClean="0"/>
              <a:t>11.03.26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558328C-4C36-A09E-A952-67970B40C1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DBE0D5E-9734-22ED-8C3D-1E0956D89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F171EF-7ED0-A54B-B9BE-7DFFCC1764B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442913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624061-156E-E0D8-640F-24558F3090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28C6FBA-431C-CA19-3D9B-D2BB1CCC9C5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DDE361E-9062-7F93-8C72-8405C0810B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B4B2D1B-F21F-EAE3-0D84-285E5E150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A00C6-6285-5442-9FFE-F8F5E386D787}" type="datetimeFigureOut">
              <a:rPr lang="de-DE" smtClean="0"/>
              <a:t>11.03.26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1C1496F-C0A9-22D2-F500-8BED71CED9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1CB456E-FA68-E747-F22C-A2C3A7967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F171EF-7ED0-A54B-B9BE-7DFFCC1764B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121963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F57139-2479-6DC5-8C40-EBC50EA9E1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23DD581-5F31-0B7E-19E6-E492D6DE22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9222227-9AAB-3DE5-722A-BB8006E3D3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D6DC0FF5-77F0-111D-EB75-F9EC554166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6A9A2E66-B367-5720-2B2E-3A463C79ADB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3F64EF2-1803-CE79-E8E8-27B27AD32B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A00C6-6285-5442-9FFE-F8F5E386D787}" type="datetimeFigureOut">
              <a:rPr lang="de-DE" smtClean="0"/>
              <a:t>11.03.26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89984781-A17D-9E4F-B93B-1C77129C8B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3094BCEC-E2DA-5BD9-34B5-5859E4CCF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F171EF-7ED0-A54B-B9BE-7DFFCC1764B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91779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067EE3-9D75-1463-0FBE-9034671FF0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B4E46A3-5A67-8DA2-333F-2BF9E65AC6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A00C6-6285-5442-9FFE-F8F5E386D787}" type="datetimeFigureOut">
              <a:rPr lang="de-DE" smtClean="0"/>
              <a:t>11.03.26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928E04D-6373-6EFF-5F6E-8AF441AF28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27D0F68-8754-E879-EAA5-BAEC837EB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F171EF-7ED0-A54B-B9BE-7DFFCC1764B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0856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CC49C0D-436A-0A6F-3137-AA8E485F8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A00C6-6285-5442-9FFE-F8F5E386D787}" type="datetimeFigureOut">
              <a:rPr lang="de-DE" smtClean="0"/>
              <a:t>11.03.26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E39BFF85-D4C0-7782-C41C-DC7CBDDDF8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E8E78AB-2139-ABBC-758E-262568F86A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F171EF-7ED0-A54B-B9BE-7DFFCC1764B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106907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6E60615-12CF-1893-783C-AC905060ED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C52FB42-D0B5-DEA9-19A7-E7FDD5D3A5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585DBF6-13FC-49D2-82FA-4D5F66C9E7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9DB45B3-2BD8-9D9C-9B3D-06ED54EE3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A00C6-6285-5442-9FFE-F8F5E386D787}" type="datetimeFigureOut">
              <a:rPr lang="de-DE" smtClean="0"/>
              <a:t>11.03.26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A4842DF-58A2-5F6A-D3A8-3F31B338FF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C5E2BF9-7CAD-26C4-D72D-38654FC2AB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F171EF-7ED0-A54B-B9BE-7DFFCC1764B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63024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83EB0D-AC02-0DE3-A845-7C6250F445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353F308-44F0-7B1D-C2C8-4F9C25478F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623FCE9-5921-AF9D-F195-4C85CF5611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7AB58AA-406E-9D59-84D2-F5FB7877DB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A00C6-6285-5442-9FFE-F8F5E386D787}" type="datetimeFigureOut">
              <a:rPr lang="de-DE" smtClean="0"/>
              <a:t>11.03.26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4A1DF75-6259-7210-0395-4FAE8F125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E7A5002-DE58-ED63-6EDE-9ECC9E697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F171EF-7ED0-A54B-B9BE-7DFFCC1764B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158315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7D2054-0D51-4278-5674-05BC197D5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890DFE1-9813-0F15-4D66-CAD3E96C49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8F88DD6-B96E-3E35-846E-3ACE7E8219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A00C6-6285-5442-9FFE-F8F5E386D787}" type="datetimeFigureOut">
              <a:rPr lang="de-DE" smtClean="0"/>
              <a:t>11.03.26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B049406-ED4F-C7AA-275A-B5D15FB68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E8AAE64-B679-E74E-0962-78AEAE2E5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F171EF-7ED0-A54B-B9BE-7DFFCC1764B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48282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D2A9541-0865-D0B9-8533-98D2DA711AB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EFB2D98-9AE7-0E0F-FAFB-DE696A101A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45911BB-5FBA-DF86-B162-681024EF98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A00C6-6285-5442-9FFE-F8F5E386D787}" type="datetimeFigureOut">
              <a:rPr lang="de-DE" smtClean="0"/>
              <a:t>11.03.26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F595CED-6E61-C928-63BE-3893EBB6D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27F44C1-B931-D247-604F-582A1F1632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F171EF-7ED0-A54B-B9BE-7DFFCC1764B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299388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03AEC619-B836-D63E-B0D6-A793A574B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FC0298A-6A0F-7099-B6C1-6BFFA7FA57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A7CEFCA-C456-3ABA-313E-DC83E419CD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FA00C6-6285-5442-9FFE-F8F5E386D787}" type="datetimeFigureOut">
              <a:rPr lang="de-DE" smtClean="0"/>
              <a:t>11.03.26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3235FF1-9E3B-3C5C-D8D7-3E686CA3EB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E158E5C-9D5B-E932-BC42-E719DA7BEA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F171EF-7ED0-A54B-B9BE-7DFFCC1764B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924760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4AA0ECFF-41A8-627F-FBE5-38160C165FE5}"/>
              </a:ext>
            </a:extLst>
          </p:cNvPr>
          <p:cNvCxnSpPr>
            <a:cxnSpLocks/>
          </p:cNvCxnSpPr>
          <p:nvPr/>
        </p:nvCxnSpPr>
        <p:spPr>
          <a:xfrm>
            <a:off x="0" y="529167"/>
            <a:ext cx="12192000" cy="0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1562986A-2751-4B56-93EE-A8D140983B92}"/>
              </a:ext>
            </a:extLst>
          </p:cNvPr>
          <p:cNvCxnSpPr>
            <a:cxnSpLocks/>
          </p:cNvCxnSpPr>
          <p:nvPr/>
        </p:nvCxnSpPr>
        <p:spPr>
          <a:xfrm>
            <a:off x="-16933" y="6280150"/>
            <a:ext cx="12192000" cy="0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E3AC30D8-4AB1-5FE6-87DD-AB87A7A5DF98}"/>
              </a:ext>
            </a:extLst>
          </p:cNvPr>
          <p:cNvSpPr txBox="1"/>
          <p:nvPr/>
        </p:nvSpPr>
        <p:spPr>
          <a:xfrm>
            <a:off x="96308" y="80433"/>
            <a:ext cx="1828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/>
              <a:t>Idee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50FC8F1-8B48-5D42-A61C-C1B0DBE69F71}"/>
              </a:ext>
            </a:extLst>
          </p:cNvPr>
          <p:cNvSpPr/>
          <p:nvPr/>
        </p:nvSpPr>
        <p:spPr>
          <a:xfrm>
            <a:off x="0" y="1016024"/>
            <a:ext cx="3566583" cy="47942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44C30F83-6270-88D3-1E94-32DC5DFCA58A}"/>
              </a:ext>
            </a:extLst>
          </p:cNvPr>
          <p:cNvSpPr txBox="1"/>
          <p:nvPr/>
        </p:nvSpPr>
        <p:spPr>
          <a:xfrm>
            <a:off x="122236" y="2702655"/>
            <a:ext cx="332210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/>
              <a:t>-Ein Shop, der die Funktion bereitstellt, nach Mountainbikes zu suchen</a:t>
            </a:r>
          </a:p>
          <a:p>
            <a:pPr algn="l"/>
            <a:endParaRPr lang="de-DE"/>
          </a:p>
          <a:p>
            <a:pPr algn="l"/>
            <a:endParaRPr lang="de-DE"/>
          </a:p>
          <a:p>
            <a:pPr algn="l"/>
            <a:endParaRPr lang="de-DE"/>
          </a:p>
          <a:p>
            <a:pPr algn="l"/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581F8796-EBA7-2B41-A19F-F1493BF0955A}"/>
              </a:ext>
            </a:extLst>
          </p:cNvPr>
          <p:cNvSpPr/>
          <p:nvPr/>
        </p:nvSpPr>
        <p:spPr>
          <a:xfrm>
            <a:off x="4724398" y="1047776"/>
            <a:ext cx="2972859" cy="47942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2B527FC9-4292-2E97-ADCB-3A3AD84A13A3}"/>
              </a:ext>
            </a:extLst>
          </p:cNvPr>
          <p:cNvSpPr/>
          <p:nvPr/>
        </p:nvSpPr>
        <p:spPr>
          <a:xfrm>
            <a:off x="8608484" y="1047776"/>
            <a:ext cx="3566583" cy="47942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3079D5CC-B6E0-F113-414A-1DD5CE8A2B93}"/>
              </a:ext>
            </a:extLst>
          </p:cNvPr>
          <p:cNvSpPr txBox="1"/>
          <p:nvPr/>
        </p:nvSpPr>
        <p:spPr>
          <a:xfrm>
            <a:off x="5057772" y="2706212"/>
            <a:ext cx="230610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/>
              <a:t>-Filterungsfunktion, sodass Listen von den passenden Fahrrädern einzutragen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F8B86C29-28F3-097C-C988-AA66AA211B68}"/>
              </a:ext>
            </a:extLst>
          </p:cNvPr>
          <p:cNvSpPr txBox="1"/>
          <p:nvPr/>
        </p:nvSpPr>
        <p:spPr>
          <a:xfrm>
            <a:off x="9325504" y="2706212"/>
            <a:ext cx="213254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/>
              <a:t>-individueller Account, der einen Warenkorb und eine Favoritenliste umschließt</a:t>
            </a:r>
          </a:p>
        </p:txBody>
      </p:sp>
    </p:spTree>
    <p:extLst>
      <p:ext uri="{BB962C8B-B14F-4D97-AF65-F5344CB8AC3E}">
        <p14:creationId xmlns:p14="http://schemas.microsoft.com/office/powerpoint/2010/main" val="2708825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462B8235-F157-CAF5-4A2C-3D8D38AEC35E}"/>
              </a:ext>
            </a:extLst>
          </p:cNvPr>
          <p:cNvCxnSpPr>
            <a:cxnSpLocks/>
          </p:cNvCxnSpPr>
          <p:nvPr/>
        </p:nvCxnSpPr>
        <p:spPr>
          <a:xfrm>
            <a:off x="0" y="529167"/>
            <a:ext cx="12192000" cy="0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C0F69124-B2D7-4C69-DD7D-B743F13B0438}"/>
              </a:ext>
            </a:extLst>
          </p:cNvPr>
          <p:cNvCxnSpPr>
            <a:cxnSpLocks/>
          </p:cNvCxnSpPr>
          <p:nvPr/>
        </p:nvCxnSpPr>
        <p:spPr>
          <a:xfrm>
            <a:off x="-16933" y="6280150"/>
            <a:ext cx="12192000" cy="0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C957AE2E-3DCC-7B4A-DB30-8998C5DB2DE9}"/>
              </a:ext>
            </a:extLst>
          </p:cNvPr>
          <p:cNvSpPr txBox="1"/>
          <p:nvPr/>
        </p:nvSpPr>
        <p:spPr>
          <a:xfrm>
            <a:off x="138641" y="80434"/>
            <a:ext cx="1828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/>
              <a:t>Ansätze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ADB676D2-7855-1B50-7CEE-F1F567F00A44}"/>
              </a:ext>
            </a:extLst>
          </p:cNvPr>
          <p:cNvSpPr/>
          <p:nvPr/>
        </p:nvSpPr>
        <p:spPr>
          <a:xfrm>
            <a:off x="349250" y="878440"/>
            <a:ext cx="2688167" cy="1788535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4FFFEAD7-37E1-4B04-E25B-41A0573B06CD}"/>
              </a:ext>
            </a:extLst>
          </p:cNvPr>
          <p:cNvSpPr txBox="1"/>
          <p:nvPr/>
        </p:nvSpPr>
        <p:spPr>
          <a:xfrm>
            <a:off x="1053041" y="1311042"/>
            <a:ext cx="1828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/>
              <a:t>Suchleiste mit mehreren Attributen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A8016047-78D8-1D08-9CC3-B49F12431F91}"/>
              </a:ext>
            </a:extLst>
          </p:cNvPr>
          <p:cNvSpPr/>
          <p:nvPr/>
        </p:nvSpPr>
        <p:spPr>
          <a:xfrm>
            <a:off x="3983566" y="878440"/>
            <a:ext cx="4758267" cy="5069386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05E9705D-8DED-DF97-84CC-1F7AA7F59FFD}"/>
              </a:ext>
            </a:extLst>
          </p:cNvPr>
          <p:cNvSpPr txBox="1"/>
          <p:nvPr/>
        </p:nvSpPr>
        <p:spPr>
          <a:xfrm>
            <a:off x="4253441" y="941710"/>
            <a:ext cx="39168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/>
              <a:t>Suchleiste mit mehreren Attributen</a:t>
            </a:r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E2178BC7-B1C0-58CB-CAC1-93926AB198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89" r="16692" b="7201"/>
          <a:stretch>
            <a:fillRect/>
          </a:stretch>
        </p:blipFill>
        <p:spPr>
          <a:xfrm>
            <a:off x="4253441" y="1653943"/>
            <a:ext cx="4318001" cy="3901012"/>
          </a:xfrm>
          <a:prstGeom prst="rect">
            <a:avLst/>
          </a:prstGeom>
        </p:spPr>
      </p:pic>
      <p:sp>
        <p:nvSpPr>
          <p:cNvPr id="20" name="Rechteck 19">
            <a:extLst>
              <a:ext uri="{FF2B5EF4-FFF2-40B4-BE49-F238E27FC236}">
                <a16:creationId xmlns:a16="http://schemas.microsoft.com/office/drawing/2014/main" id="{E44C171D-8FCA-E23B-DFFE-BF6ACDE02776}"/>
              </a:ext>
            </a:extLst>
          </p:cNvPr>
          <p:cNvSpPr/>
          <p:nvPr/>
        </p:nvSpPr>
        <p:spPr>
          <a:xfrm>
            <a:off x="349249" y="3099577"/>
            <a:ext cx="2688167" cy="2848249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23B384BA-4970-3266-609C-689FD6B014E3}"/>
              </a:ext>
            </a:extLst>
          </p:cNvPr>
          <p:cNvSpPr txBox="1"/>
          <p:nvPr/>
        </p:nvSpPr>
        <p:spPr>
          <a:xfrm>
            <a:off x="1053041" y="3680678"/>
            <a:ext cx="1828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/>
              <a:t>Ein Binary SearchTree für jedes Attribut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EC81EBDF-D0E8-0ED1-771B-DF84F0F9454C}"/>
              </a:ext>
            </a:extLst>
          </p:cNvPr>
          <p:cNvSpPr/>
          <p:nvPr/>
        </p:nvSpPr>
        <p:spPr>
          <a:xfrm>
            <a:off x="9011708" y="878441"/>
            <a:ext cx="3105150" cy="5069386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2F49B448-6B0A-EEB9-86FC-03DEDBCC32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77059" y="2115165"/>
            <a:ext cx="2774447" cy="3439790"/>
          </a:xfrm>
          <a:prstGeom prst="rect">
            <a:avLst/>
          </a:prstGeom>
        </p:spPr>
      </p:pic>
      <p:sp>
        <p:nvSpPr>
          <p:cNvPr id="26" name="Textfeld 25">
            <a:extLst>
              <a:ext uri="{FF2B5EF4-FFF2-40B4-BE49-F238E27FC236}">
                <a16:creationId xmlns:a16="http://schemas.microsoft.com/office/drawing/2014/main" id="{632E345F-AF9C-BAF9-AE70-FB313101340B}"/>
              </a:ext>
            </a:extLst>
          </p:cNvPr>
          <p:cNvSpPr txBox="1"/>
          <p:nvPr/>
        </p:nvSpPr>
        <p:spPr>
          <a:xfrm>
            <a:off x="9526058" y="941710"/>
            <a:ext cx="23166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/>
              <a:t>Benutzeroberfläche</a:t>
            </a:r>
          </a:p>
        </p:txBody>
      </p:sp>
    </p:spTree>
    <p:extLst>
      <p:ext uri="{BB962C8B-B14F-4D97-AF65-F5344CB8AC3E}">
        <p14:creationId xmlns:p14="http://schemas.microsoft.com/office/powerpoint/2010/main" val="26232774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FE34B596-1ADD-0F7F-D0A5-44E56AE646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9916" y="376393"/>
            <a:ext cx="9292168" cy="6105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67421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2B4E91-AAB1-5387-5D69-5AB8534CB1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Probleme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7CE9974-B964-E581-641E-6D917C8C9F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Die Verwirklichung der Idee: </a:t>
            </a:r>
          </a:p>
          <a:p>
            <a:pPr lvl="1"/>
            <a:r>
              <a:rPr lang="de-DE" dirty="0"/>
              <a:t>Das Zusammenfahren der </a:t>
            </a:r>
            <a:r>
              <a:rPr lang="de-DE" dirty="0" err="1"/>
              <a:t>BinarySearchTrees</a:t>
            </a:r>
            <a:endParaRPr lang="de-DE" dirty="0"/>
          </a:p>
          <a:p>
            <a:pPr lvl="1"/>
            <a:r>
              <a:rPr lang="de-DE" dirty="0"/>
              <a:t>Der Sortierschlüssel der Bäume</a:t>
            </a:r>
          </a:p>
          <a:p>
            <a:pPr lvl="1"/>
            <a:r>
              <a:rPr lang="de-DE" dirty="0"/>
              <a:t>Die Realisierung der Eingabeleiste</a:t>
            </a:r>
          </a:p>
          <a:p>
            <a:pPr lvl="1"/>
            <a:r>
              <a:rPr lang="de-DE" dirty="0"/>
              <a:t>Erkennen des </a:t>
            </a:r>
            <a:r>
              <a:rPr lang="de-DE" dirty="0" err="1"/>
              <a:t>Contents</a:t>
            </a:r>
            <a:r>
              <a:rPr lang="de-DE" dirty="0"/>
              <a:t> =&gt; Es muss abstrahiert werden</a:t>
            </a:r>
          </a:p>
          <a:p>
            <a:pPr lvl="1"/>
            <a:r>
              <a:rPr lang="de-DE" dirty="0"/>
              <a:t>Auswahl des richtigen Baums</a:t>
            </a:r>
          </a:p>
          <a:p>
            <a:r>
              <a:rPr lang="de-DE" dirty="0"/>
              <a:t>Die Zeit </a:t>
            </a:r>
          </a:p>
          <a:p>
            <a:r>
              <a:rPr lang="de-DE" dirty="0"/>
              <a:t>Das GUI </a:t>
            </a:r>
          </a:p>
          <a:p>
            <a:r>
              <a:rPr lang="de-DE" dirty="0"/>
              <a:t>Verschiedene Filter für die Suche </a:t>
            </a:r>
          </a:p>
          <a:p>
            <a:endParaRPr lang="de-DE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36F9AB58-AE47-F8AB-81BE-5AB3E0E05285}"/>
              </a:ext>
            </a:extLst>
          </p:cNvPr>
          <p:cNvSpPr txBox="1"/>
          <p:nvPr/>
        </p:nvSpPr>
        <p:spPr>
          <a:xfrm>
            <a:off x="3048000" y="32443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652939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2B4E91-AAB1-5387-5D69-5AB8534CB1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Weiterführende Vorhaben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7CE9974-B964-E581-641E-6D917C8C9F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/>
              <a:t>Verallgemeinerung der Produktverwaltung</a:t>
            </a:r>
          </a:p>
          <a:p>
            <a:r>
              <a:rPr lang="de-DE"/>
              <a:t>Verringerung der Anzahl der Binärbäume</a:t>
            </a:r>
          </a:p>
          <a:p>
            <a:r>
              <a:rPr lang="de-DE"/>
              <a:t>Betrachtung der Effizienz des Suchauftrags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36F9AB58-AE47-F8AB-81BE-5AB3E0E05285}"/>
              </a:ext>
            </a:extLst>
          </p:cNvPr>
          <p:cNvSpPr txBox="1"/>
          <p:nvPr/>
        </p:nvSpPr>
        <p:spPr>
          <a:xfrm>
            <a:off x="3048000" y="32443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52526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Breitbild</PresentationFormat>
  <Slides>5</Slides>
  <Notes>0</Notes>
  <HiddenSlides>0</HiddenSlide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6" baseType="lpstr">
      <vt:lpstr>Office</vt:lpstr>
      <vt:lpstr>PowerPoint-Präsentation</vt:lpstr>
      <vt:lpstr>PowerPoint-Präsentation</vt:lpstr>
      <vt:lpstr>PowerPoint-Präsentation</vt:lpstr>
      <vt:lpstr>Probleme</vt:lpstr>
      <vt:lpstr>Weiterführende Vorhaben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Sandra Wittkop</dc:creator>
  <cp:lastModifiedBy>Sandra Wittkop</cp:lastModifiedBy>
  <cp:revision>2</cp:revision>
  <dcterms:created xsi:type="dcterms:W3CDTF">2026-03-11T13:03:23Z</dcterms:created>
  <dcterms:modified xsi:type="dcterms:W3CDTF">2026-03-11T13:31:58Z</dcterms:modified>
</cp:coreProperties>
</file>