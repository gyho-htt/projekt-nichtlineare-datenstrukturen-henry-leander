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1A07CD-2265-4F99-958A-EBFD68E251F3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48B92D-871F-4BE0-BE20-BCCE1366C280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C1E11F-482F-4D02-B37C-E02F351D313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D5A7A3-1182-4B29-914D-6F6BB8EF247F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209FD2-4281-41B3-8812-11F9C8962B14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C4836D-B785-479F-8A29-07913708DB1B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CD5A54-7ECE-40A0-865C-6AA8454651EC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F2BAE9-9593-4551-A2B4-814C85FFB3D5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B9316F-14F9-4AEB-AA59-6A72713A2C15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D147A8-05BE-4AE7-9D10-50AA1B7FF774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80AFA1-1BE7-4437-9D8B-4E4A2E220C5D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de-DE" sz="5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Projekt: Online BikeShop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330920" y="162720"/>
            <a:ext cx="17395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Henry, Leander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5"/>
          <p:cNvCxnSpPr/>
          <p:nvPr/>
        </p:nvCxnSpPr>
        <p:spPr>
          <a:xfrm>
            <a:off x="0" y="528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63" name="Gerade Verbindung mit Pfeil 9"/>
          <p:cNvCxnSpPr/>
          <p:nvPr/>
        </p:nvCxnSpPr>
        <p:spPr>
          <a:xfrm>
            <a:off x="-16920" y="6279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sp>
        <p:nvSpPr>
          <p:cNvPr id="64" name="Textfeld 10"/>
          <p:cNvSpPr/>
          <p:nvPr/>
        </p:nvSpPr>
        <p:spPr>
          <a:xfrm>
            <a:off x="96480" y="80280"/>
            <a:ext cx="1828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Idee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echteck 12"/>
          <p:cNvSpPr/>
          <p:nvPr/>
        </p:nvSpPr>
        <p:spPr>
          <a:xfrm>
            <a:off x="0" y="1015920"/>
            <a:ext cx="3566160" cy="47937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6" name="Textfeld 16"/>
          <p:cNvSpPr/>
          <p:nvPr/>
        </p:nvSpPr>
        <p:spPr>
          <a:xfrm>
            <a:off x="122400" y="2702520"/>
            <a:ext cx="3321720" cy="20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-Ein Shop, der die Funktion bereitstellt, nach Mountainbikes zu suchen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echteck 18"/>
          <p:cNvSpPr/>
          <p:nvPr/>
        </p:nvSpPr>
        <p:spPr>
          <a:xfrm>
            <a:off x="4724280" y="1047600"/>
            <a:ext cx="2972520" cy="47937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8" name="Rechteck 20"/>
          <p:cNvSpPr/>
          <p:nvPr/>
        </p:nvSpPr>
        <p:spPr>
          <a:xfrm>
            <a:off x="8608320" y="1047600"/>
            <a:ext cx="3566160" cy="47937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Textfeld 21"/>
          <p:cNvSpPr/>
          <p:nvPr/>
        </p:nvSpPr>
        <p:spPr>
          <a:xfrm>
            <a:off x="5057640" y="2706120"/>
            <a:ext cx="230580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-Filterungsfunktion, sodass Listen von den passenden Fahrrädern einzutragen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feld 22"/>
          <p:cNvSpPr/>
          <p:nvPr/>
        </p:nvSpPr>
        <p:spPr>
          <a:xfrm>
            <a:off x="9325440" y="2706120"/>
            <a:ext cx="2132280" cy="14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-individueller Account, der einen Warenkorb und eine Favoritenliste umschließt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Gerade Verbindung mit Pfeil 4"/>
          <p:cNvCxnSpPr/>
          <p:nvPr/>
        </p:nvCxnSpPr>
        <p:spPr>
          <a:xfrm>
            <a:off x="0" y="528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72" name="Gerade Verbindung mit Pfeil 6"/>
          <p:cNvCxnSpPr/>
          <p:nvPr/>
        </p:nvCxnSpPr>
        <p:spPr>
          <a:xfrm>
            <a:off x="-16920" y="6279840"/>
            <a:ext cx="1219212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sp>
        <p:nvSpPr>
          <p:cNvPr id="73" name="Textfeld 7"/>
          <p:cNvSpPr/>
          <p:nvPr/>
        </p:nvSpPr>
        <p:spPr>
          <a:xfrm>
            <a:off x="138600" y="80280"/>
            <a:ext cx="1828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Ansätze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hteck 10"/>
          <p:cNvSpPr/>
          <p:nvPr/>
        </p:nvSpPr>
        <p:spPr>
          <a:xfrm>
            <a:off x="349200" y="878400"/>
            <a:ext cx="2687760" cy="178812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" name="Textfeld 11"/>
          <p:cNvSpPr/>
          <p:nvPr/>
        </p:nvSpPr>
        <p:spPr>
          <a:xfrm>
            <a:off x="1053000" y="1311120"/>
            <a:ext cx="18284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Suchleiste mit mehreren Attributen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echteck 14"/>
          <p:cNvSpPr/>
          <p:nvPr/>
        </p:nvSpPr>
        <p:spPr>
          <a:xfrm>
            <a:off x="3983400" y="878400"/>
            <a:ext cx="4757760" cy="50691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" name="Textfeld 16"/>
          <p:cNvSpPr/>
          <p:nvPr/>
        </p:nvSpPr>
        <p:spPr>
          <a:xfrm>
            <a:off x="4253400" y="941760"/>
            <a:ext cx="3916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Suchleiste mit mehreren Attributen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Grafik 17"/>
          <p:cNvPicPr/>
          <p:nvPr/>
        </p:nvPicPr>
        <p:blipFill>
          <a:blip r:embed="rId1"/>
          <a:srcRect l="6789" t="0" r="16689" b="7200"/>
          <a:stretch/>
        </p:blipFill>
        <p:spPr>
          <a:xfrm>
            <a:off x="4253400" y="1653840"/>
            <a:ext cx="4317480" cy="39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hteck 19"/>
          <p:cNvSpPr/>
          <p:nvPr/>
        </p:nvSpPr>
        <p:spPr>
          <a:xfrm>
            <a:off x="349200" y="3099600"/>
            <a:ext cx="2687760" cy="28479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" name="Textfeld 21"/>
          <p:cNvSpPr/>
          <p:nvPr/>
        </p:nvSpPr>
        <p:spPr>
          <a:xfrm>
            <a:off x="1053000" y="3680640"/>
            <a:ext cx="18284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Ein Binary SearchTree für jedes Attribut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hteck 23"/>
          <p:cNvSpPr/>
          <p:nvPr/>
        </p:nvSpPr>
        <p:spPr>
          <a:xfrm>
            <a:off x="9011880" y="878400"/>
            <a:ext cx="3104640" cy="50691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82" name="Grafik 24"/>
          <p:cNvPicPr/>
          <p:nvPr/>
        </p:nvPicPr>
        <p:blipFill>
          <a:blip r:embed="rId2"/>
          <a:stretch/>
        </p:blipFill>
        <p:spPr>
          <a:xfrm>
            <a:off x="9177120" y="2115000"/>
            <a:ext cx="2774160" cy="343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feld 25"/>
          <p:cNvSpPr/>
          <p:nvPr/>
        </p:nvSpPr>
        <p:spPr>
          <a:xfrm>
            <a:off x="9525960" y="941760"/>
            <a:ext cx="23162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Benutzeroberfläche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rafik 3"/>
          <p:cNvPicPr/>
          <p:nvPr/>
        </p:nvPicPr>
        <p:blipFill>
          <a:blip r:embed="rId1"/>
          <a:stretch/>
        </p:blipFill>
        <p:spPr>
          <a:xfrm>
            <a:off x="1450080" y="376560"/>
            <a:ext cx="9291960" cy="6104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Probleme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Die Verwirklichung der Idee: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Das Zusammenfahren der BinarySearchTrees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Der Sortierschlüssel der Bäume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Die Realisierung der Eingabeleiste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Erkennen des Contents =&gt; Es muss abstrahiert werden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Auswahl des richtigen Baums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Die Zeit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Das GUI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Verschiedene Filter für die Suche 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7" name="Textfeld 6"/>
          <p:cNvSpPr/>
          <p:nvPr/>
        </p:nvSpPr>
        <p:spPr>
          <a:xfrm>
            <a:off x="3048120" y="3244320"/>
            <a:ext cx="6095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Weiterführende Vorhaben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Verallgemeinerung der Produktverwaltung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Verringerung der Anzahl der Binärbäume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Betrachtung der Effizienz des Suchauftrags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" name="Textfeld 6"/>
          <p:cNvSpPr/>
          <p:nvPr/>
        </p:nvSpPr>
        <p:spPr>
          <a:xfrm>
            <a:off x="3048120" y="3244320"/>
            <a:ext cx="60955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LibreOffice/25.8.5.2$Windows_X86_64 LibreOffice_project/9c8b85f387cc00a89945a79c9e6239f32e450ac2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2026-03-11T13:03:23Z</dcterms:created>
  <dc:creator>Sandra Wittkop</dc:creator>
  <dc:description/>
  <dc:language>de-DE</dc:language>
  <cp:lastModifiedBy/>
  <dcterms:modified xsi:type="dcterms:W3CDTF">2026-03-11T14:45:44Z</dcterms:modified>
  <cp:revision>3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5</vt:i4>
  </property>
</Properties>
</file>